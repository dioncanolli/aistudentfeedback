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 prezantimin me qëllimin në një fjali: sistemi e kthen komentin e lirë në sentiment, temë dhe grafik.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Thekso që problemi nuk është mungesa e komenteve, por pamundësia për t’i lexuar shpejt sipas tonit dhe temës.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Etiketat ruhen në anglisht sepse modelet janë në anglisht. Komentet duhet të shkruhen në anglisht.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Faqja rrënjë hap menjëherë formën. Nuk ka faqe Home dhe as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 i lexo fjalëkalimin ose çelësin. Thuaj vetëm se qëndrojnë në appsettings.json dhe nuk janë në dokumentacion.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Adresa e drejtpërdrejtë e Supabase është vetëm IPv6. Pooler-i në Frankfurt e bën lidhjen të mundur nga ky kompjuter.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quhet Feedbacks. Komentet e vjetra nuk riklasifikohen vetë kur ndryshon kodi.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Shembulli i detyrave dhe provimit duhet të dalë Negative. Një version i vjetër e shënonte Positive sepse fjala POSITIVE gjendej gjithmonë në përgjigje.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Modeli është facebook/bart-large-mnli, zero-shot. Lista e temave i jepet në kërkesë. «Good» mbetet General sepse nuk zgjedh subjekt.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Vlerësimi lokal nuk zëvendëson modelin kur API-ja punon. Ai është vetëm rruga rezervë.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Ngjyrat e unazës janë të fiksuara: jeshile për Positive, e kuqe për Negative, okër për Neutral.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Nëse porta 7170 është e zënë, një kopje e vjetër e aplikacionit është ende hapur.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Këto kufizime ia vlen t’i thuash para pyetjeve, sidomos për gjuhën dhe për një temë të vetme.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Mbylle duke e krahasuar «The course is good» me ankesën për detyrat: e para është e përgjithshme, e dyta është Negative dhe Coursework.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344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DOKUMENTACION I PROJEKTIT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91440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Sistemi i reagimeve
të studentëve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383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0233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Komenti ruhet, klasifikohet sipas tonit dhe temës,
pastaj shfaqet i përmbledhur në panel.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Dion Canolli   ·   Tetor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2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HYRJE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Komenti i lirë nuk tregon vetë
çfarë po ndodh.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Teksti duket njësoj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«Good» dhe një ankesë për projektuesin janë të dyja vetëm fjali, derisa dikush t’i lexojë.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3172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Përmbledhja mungon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Nuk shihet shpejt sa reagime janë pozitive dhe për çfarë flasin.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1089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Nuk ka një vend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023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Komenti, toni dhe tema duhet të qëndrojnë bashkë, jo në skedarë të ndarë.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3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QËLLIMI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Një koment hyn.
Dy etiketa dhe një panel dalin.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486400" cy="1783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91440" cy="178308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Sentimenti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Positive, Negative
ose Neutral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5486400" cy="1783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91440" cy="178308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708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9204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Infrastructure, Teaching Quality,
Coursework ose General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5486400" cy="1783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48840"/>
            <a:ext cx="91440" cy="178308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4048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Ruajtja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Komenti, emri dhe koha
shkojnë në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14800"/>
            <a:ext cx="5486400" cy="1783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114800"/>
            <a:ext cx="91440" cy="178308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3708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Paneli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89204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Numri total dhe dy grafikë
për të gjitha komentet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4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SI PUNON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Tri hapa, pa faqe të tjera.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Shkruan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Emri është i zgjedhshëm.
Komenti është i detyrueshëm.
Bosh mbetet Anonymous.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042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63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Klasifikon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947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Dy modele të Hugging Face
vendosin sentimentin dhe
temën kryesore.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92024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2194560"/>
            <a:ext cx="640080" cy="640080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3042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63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Tregon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Paneli numëron komentet
dhe i ndan sipas tonit
dhe sipas temës.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5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TEKNOLOGJITË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Çfarë e mban sistemin.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.NET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06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Razor Pages për formën dhe panelin.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Entity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06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Ruajtja dhe leximi i komenteve.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9164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606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PostgreSQL, i arritshëm me IPv4.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Hugging 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800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Dy modele përmes Inference Router.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Chart.js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4800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Grafiku unazor dhe shtyllat.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8862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appsettings.json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4800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Lidhja me bazën dhe çelësi i API-së.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6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ARKITEKTURA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Shfletuesi flet vetëm me aplikacionin.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945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Shfletuesi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432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Forma dhe paneli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4231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1945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Razor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7432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Kontrolli dhe ruajtja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4231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6596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1945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NlpService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7432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Dy kërkesa 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4231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96596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21945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Hugging 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7432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Sentiment dhe temë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069080"/>
            <a:ext cx="5303520" cy="169164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42976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FeedbackContext  → 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8463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PostgreSQL përmes pooler-it të sesionit,
porta 5432, me SSL.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7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BAZA E TË DHËNAVE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Një rresht për çdo koment.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749808"/>
          </a:xfrm>
          <a:prstGeom prst="roundRect">
            <a:avLst>
              <a:gd name="adj" fmla="val 15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StudentName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3736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Emri, ose Anonymous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11155680" cy="749808"/>
          </a:xfrm>
          <a:prstGeom prst="roundRect">
            <a:avLst>
              <a:gd name="adj" fmla="val 15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CommentText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0604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Fjalia ashtu siç është shkruar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39"/>
            <a:ext cx="11155680" cy="749808"/>
          </a:xfrm>
          <a:prstGeom prst="roundRect">
            <a:avLst>
              <a:gd name="adj" fmla="val 15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1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SentimentScore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474719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Positive, Negative ose 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11155680" cy="749808"/>
          </a:xfrm>
          <a:prstGeom prst="roundRect">
            <a:avLst>
              <a:gd name="adj" fmla="val 15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MainTopic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3434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Një nga katër temat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29200"/>
            <a:ext cx="11155680" cy="749808"/>
          </a:xfrm>
          <a:prstGeom prst="roundRect">
            <a:avLst>
              <a:gd name="adj" fmla="val 15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CreatedAt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2120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Koha e ruajtjes, në UTC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8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ANALIZA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Sentimenti merret nga pika
më e lartë, jo nga fjala e parë.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Modeli distilbert SST-2 kthen Positive dhe Negative njëherësh. Fiton etiketa me pikën më të madhe.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11155680" cy="86868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4107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3741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741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The professor explains the lectures clearly.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11155680" cy="86868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416552"/>
            <a:ext cx="347472" cy="347472"/>
          </a:xfrm>
          <a:prstGeom prst="ellipse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37997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37997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The exam was confusing and the deadline was short.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66360"/>
            <a:ext cx="11155680" cy="86868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422392"/>
            <a:ext cx="347472" cy="347472"/>
          </a:xfrm>
          <a:prstGeom prst="ellipse">
            <a:avLst/>
          </a:prstGeom>
          <a:solidFill>
            <a:srgbClr val="C9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38581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38581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Kur nuk ka anë të qartë, ose kur analiza lokale nuk gjen fjalë.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9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ANALIZA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Katër tema. General është zgjedhje.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77840" cy="2057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Klasa, pajisjet, interneti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The projector is broken and the lab wifi is slow.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577840" cy="2057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01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Teaching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Mësuesi dhe ligjërata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The professor explains the lectures clearly.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40480"/>
            <a:ext cx="5577840" cy="2057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416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Coursework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Detyrat, provimi, afati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The homework deadline was too short.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577840" cy="2057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0416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537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Asnjë subjekt i qartë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029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The course is good.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10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ANALIZA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Nëse modeli nuk përgjigjet,
komenti përsëri ruhet.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Çelësi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4884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Duhet leja Inference Providers. Pa të, Hugging Face kthen 403.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Rrugë rezervë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5468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Një listë e shkurtër fjalësh në anglisht plotëson sentimentin dhe temën.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Njoftimi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16052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Faqja e thotë hapur kur është përdorur vlerësimi lokal, jo modeli.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66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Kufiri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16636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Lista njeh fjalë si lecture, exam, projector. Nuk e kupton fjalinë si modeli.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11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NDËRFAQJA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Dy faqe, i njëjti pamje.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How is the course going?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Emri, nëse do të shënohet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Komenti, i detyrueshëm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Njoftim pas dërgimit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Butoni Submit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74519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860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What students are saying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918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Numri i përgjigjeve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404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Unazë për sentimentin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Shtylla për temat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37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·   Bosh, derisa të vijë komenti i parë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12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NISJA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Si hapet dhe si provohet.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54480"/>
            <a:ext cx="566928" cy="566928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361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Nise nga Visual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3852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Profili https. Adresa është localhost:7170. Faqja rrënjë hap formën.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697480"/>
            <a:ext cx="566928" cy="566928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791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Kontrollo konfigurimin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8152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appsettings.json ka lidhjen me bazën dhe çelësin. Pas ndryshimit, rinise.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840480"/>
            <a:ext cx="566928" cy="566928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221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Dërgo një fjali të qartë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2452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Për shembull një ankesë për provimin, jo vetëm fjalën good.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983480"/>
            <a:ext cx="566928" cy="566928"/>
          </a:xfrm>
          <a:prstGeom prst="ellipse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651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Hap panelin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6752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Numri rritet. Tema dhe toni duhet të përputhen me fjalinë e 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AI Student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E6A64"/>
                </a:solidFill>
                <a:latin typeface="Calibri"/>
                <a:cs typeface="Calibri"/>
                <a:ea typeface="Calibri"/>
              </a:rPr>
              <a:t>13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  <a:cs typeface="Calibri"/>
                <a:ea typeface="Calibri"/>
              </a:rPr>
              <a:t>KUFIZIMET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2420"/>
                </a:solidFill>
                <a:latin typeface="Georgia"/>
                <a:cs typeface="Georgia"/>
                <a:ea typeface="Georgia"/>
              </a:rPr>
              <a:t>Çfarë sistemi nuk bën.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731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Komentet duhet të jenë në anglisht. Shqipja ruhet, por nuk klasifikohet mirë.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11155680" cy="731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Çdo koment merr vetëm një temë, edhe kur flet për dy gjëra.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37560"/>
            <a:ext cx="11155680" cy="731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2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Nuk ka llogari, role apo moderim.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06240"/>
            <a:ext cx="11155680" cy="731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70832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Paneli nuk tregon tekstin, vetëm përmbledhjen.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74920"/>
            <a:ext cx="11155680" cy="731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39512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B2420"/>
                </a:solidFill>
                <a:latin typeface="Calibri"/>
                <a:cs typeface="Calibri"/>
                <a:ea typeface="Calibri"/>
              </a:rPr>
              <a:t>Rreshtat e ruajtur më parë nuk ndryshojnë vetë.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E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PËRFUNDIM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Jo vetëm të mblidhen fjalitë,
por të shihet për çfarë flasin
dhe me çfarë toni.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10607040" cy="1325880"/>
          </a:xfrm>
          <a:prstGeom prst="roundRect">
            <a:avLst>
              <a:gd name="adj" fmla="val 10000"/>
            </a:avLst>
          </a:prstGeom>
          <a:solidFill>
            <a:srgbClr val="0B5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The course is good.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Positive   ·  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Dion Canolli   ·   AI Student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 reagimeve të studentëve</dc:title>
  <dc:subject>Prezantim i projektit AI Student Feedback</dc:subject>
  <dc:creator>Dion Canolli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sq</dc:language>
</cp:coreProperties>
</file>